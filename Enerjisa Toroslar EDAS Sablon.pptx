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SUNUMU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dirty="0">
                <a:solidFill>
                  <a:srgbClr val="4A3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Proje Adını Buraya Yazın ]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Proje kapsamını veya alt başlığı buraya yazın 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806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 Soyad ]   •   [ Departman ]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Gün Ay Yıl 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EKİBİ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A3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Ekibimiz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32522" y="2148840"/>
            <a:ext cx="1554480" cy="1554480"/>
          </a:xfrm>
          <a:prstGeom prst="ellipse">
            <a:avLst/>
          </a:prstGeom>
          <a:solidFill>
            <a:srgbClr val="FBF3E2"/>
          </a:solidFill>
          <a:ln w="19050">
            <a:solidFill>
              <a:srgbClr val="E8A9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2522" y="2761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Fotoğraf 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51560" y="3904488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 Soyad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233672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Görev / Sorumluluk 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246" y="2148840"/>
            <a:ext cx="1554480" cy="1554480"/>
          </a:xfrm>
          <a:prstGeom prst="ellipse">
            <a:avLst/>
          </a:prstGeom>
          <a:solidFill>
            <a:srgbClr val="FBF3E2"/>
          </a:solidFill>
          <a:ln w="19050">
            <a:solidFill>
              <a:srgbClr val="E8A9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246" y="2761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Fotoğraf 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42284" y="3904488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 Soyad 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42284" y="4233672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Görev / Sorumluluk 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3970" y="2148840"/>
            <a:ext cx="1554480" cy="1554480"/>
          </a:xfrm>
          <a:prstGeom prst="ellipse">
            <a:avLst/>
          </a:prstGeom>
          <a:solidFill>
            <a:srgbClr val="FBF3E2"/>
          </a:solidFill>
          <a:ln w="19050">
            <a:solidFill>
              <a:srgbClr val="E8A9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3970" y="2761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Fotoğraf 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33008" y="3904488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 Soyad 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3008" y="4233672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Görev / Sorumluluk 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04693" y="2148840"/>
            <a:ext cx="1554480" cy="1554480"/>
          </a:xfrm>
          <a:prstGeom prst="ellipse">
            <a:avLst/>
          </a:prstGeom>
          <a:solidFill>
            <a:srgbClr val="FBF3E2"/>
          </a:solidFill>
          <a:ln w="19050">
            <a:solidFill>
              <a:srgbClr val="E8A9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04693" y="2761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Fotoğraf 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23731" y="3904488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 Soyad 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23731" y="4233672"/>
            <a:ext cx="23164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Görev / Sorumluluk 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4A3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İçindekiler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93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737360" y="1874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Bölüm Başlığı Bir ]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88136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496312"/>
            <a:ext cx="10972800" cy="0"/>
          </a:xfrm>
          <a:prstGeom prst="line">
            <a:avLst/>
          </a:prstGeom>
          <a:noFill/>
          <a:ln w="9525">
            <a:solidFill>
              <a:srgbClr val="E7D3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24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93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737360" y="26243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Bölüm Başlığı İki 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881360" y="26243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0972800" cy="0"/>
          </a:xfrm>
          <a:prstGeom prst="line">
            <a:avLst/>
          </a:prstGeom>
          <a:noFill/>
          <a:ln w="9525">
            <a:solidFill>
              <a:srgbClr val="E7D3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741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93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37413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Bölüm Başlığı Üç ]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881360" y="33741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95928"/>
            <a:ext cx="10972800" cy="0"/>
          </a:xfrm>
          <a:prstGeom prst="line">
            <a:avLst/>
          </a:prstGeom>
          <a:noFill/>
          <a:ln w="9525">
            <a:solidFill>
              <a:srgbClr val="E7D3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239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93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737360" y="412394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Bölüm Başlığı Dört ]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881360" y="41239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745736"/>
            <a:ext cx="10972800" cy="0"/>
          </a:xfrm>
          <a:prstGeom prst="line">
            <a:avLst/>
          </a:prstGeom>
          <a:noFill/>
          <a:ln w="9525">
            <a:solidFill>
              <a:srgbClr val="E7D3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873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93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737360" y="48737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Bölüm Başlığı Beş ]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881360" y="48737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495544"/>
            <a:ext cx="10972800" cy="0"/>
          </a:xfrm>
          <a:prstGeom prst="line">
            <a:avLst/>
          </a:prstGeom>
          <a:noFill/>
          <a:ln w="9525">
            <a:solidFill>
              <a:srgbClr val="E7D3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623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93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737360" y="5623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Bölüm Başlığı Altı ]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881360" y="5623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25603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EDDF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594360" y="3931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A3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Bölüm Başlığını Buraya Yazın ]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4709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Bu bölümde ele alınacak konuların kısa açıklaması 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99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  ·  [ ALT BAŞLIK ]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4A3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Sayfa Başlığını Buraya Yazın ]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Birinci önemli nokta buraya yazılacak ]</a:t>
            </a:r>
            <a:endParaRPr lang="en-US" sz="155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İkinci önemli nokta buraya yazılacak ]</a:t>
            </a:r>
            <a:endParaRPr lang="en-US" sz="155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Üçüncü önemli nokta buraya yazılacak ]</a:t>
            </a:r>
            <a:endParaRPr lang="en-US" sz="155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Dördüncü önemli nokta buraya yazılacak ]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40880" y="169164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FBF3E2"/>
          </a:solidFill>
          <a:ln w="12700">
            <a:solidFill>
              <a:srgbClr val="E7D3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Görsel / Grafik / Tablo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i="1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alanı ]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2026-08-07T13:56:18Z</dcterms:created>
  <dcterms:modified xsi:type="dcterms:W3CDTF">2026-08-07T13:56:18Z</dcterms:modified>
</cp:coreProperties>
</file>